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utbolfantasy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utbolfantasy.com/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462088"/>
            <a:ext cx="3200400" cy="2219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71055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</a:t>
            </a:r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</a:t>
            </a:r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LigaManager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366144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Aplicación web para competir con amigos pronosticando partidos y eligiendo jugadores de La Liga. Proyecto de Fin de Grado creado con pasión por el fútbol y la tecnología.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Jorge Fernández - Nacho Yelo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3978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96119" y="808509"/>
            <a:ext cx="36210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General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96119" y="1480840"/>
            <a:ext cx="2487290" cy="1332235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161910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1921446"/>
            <a:ext cx="2210767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 Reactiva</a:t>
            </a: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+ Bootstrap + Vercel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moderna y responsiva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0739" y="1480840"/>
            <a:ext cx="2571899" cy="1332235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1910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921446"/>
            <a:ext cx="2295376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RESTful + JWT</a:t>
            </a: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Symfony (PHP) + Render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 segura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9968" y="1480840"/>
            <a:ext cx="2487290" cy="1332235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8229" y="161910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8229" y="1921446"/>
            <a:ext cx="2210767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Almacenamiento</a:t>
            </a: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+ Aiven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persistentes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150171"/>
            <a:ext cx="8151763" cy="14288"/>
          </a:xfrm>
          <a:prstGeom prst="roundRect">
            <a:avLst>
              <a:gd name="adj" fmla="val 364638"/>
            </a:avLst>
          </a:prstGeom>
          <a:solidFill>
            <a:srgbClr val="C0C1D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64856" y="315017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5491" y="3103662"/>
            <a:ext cx="93018" cy="93018"/>
          </a:xfrm>
          <a:prstGeom prst="roundRect">
            <a:avLst>
              <a:gd name="adj" fmla="val 307199"/>
            </a:avLst>
          </a:prstGeom>
          <a:solidFill>
            <a:srgbClr val="4950B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119" y="3522315"/>
            <a:ext cx="8151763" cy="1204764"/>
          </a:xfrm>
          <a:prstGeom prst="roundRect">
            <a:avLst>
              <a:gd name="adj" fmla="val 43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6680" y="36510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SCRAPER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855" y="3910013"/>
            <a:ext cx="7894290" cy="6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Extracción de Datos </a:t>
            </a:r>
            <a:endParaRPr lang="en-US" sz="950" dirty="0"/>
          </a:p>
          <a:p>
            <a:pPr algn="ctr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 datos sobre partidos y jugadores de </a:t>
            </a:r>
            <a:pPr algn="ctr" indent="0" marL="0">
              <a:lnSpc>
                <a:spcPct val="125000"/>
              </a:lnSpc>
              <a:buNone/>
            </a:pPr>
            <a:r>
              <a:rPr lang="en-US" sz="9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https://www.futbolfantasy.com/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433239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Scraper con Python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884858"/>
            <a:ext cx="6877869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programas autónomos realizados en python extraen datos de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https://www.futbolfantasy.com/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los transforman para nuestra base de datos.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29" y="1314078"/>
            <a:ext cx="3317304" cy="3317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8281" y="2586558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datos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698281" y="2812256"/>
            <a:ext cx="3317304" cy="592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Jugadores: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extrae datos clave de cada plantilla y jornada.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Partidos: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obtiene enfrentamientos desde las posibles alineaciones.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Ambos generan JSON y sustituyen el equipo por su ID en la BD.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706189"/>
            <a:ext cx="1100882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010174" y="748680"/>
            <a:ext cx="138797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18519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seguro y gestión de roles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28376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2332434"/>
            <a:ext cx="1851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JWT + Refresh Token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385816" y="2638946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Sesiones seguras con acceso y refresco.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149278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5816" y="31979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Correo verificado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85816" y="3504456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obligatorio y recuperación por email.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4014788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85816" y="4063454"/>
            <a:ext cx="21398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 roles: USER / ADMIN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385816" y="4369966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gestiona noticias, partidos y moderación.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" y="440531"/>
            <a:ext cx="2224088" cy="426243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925119" y="571202"/>
            <a:ext cx="695176" cy="255240"/>
          </a:xfrm>
          <a:prstGeom prst="roundRect">
            <a:avLst>
              <a:gd name="adj" fmla="val 1807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4007495" y="612353"/>
            <a:ext cx="987623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25119" y="1025947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 Experiencia de usuario fluida (SPA)</a:t>
            </a:r>
            <a:endParaRPr lang="en-US" sz="2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083743"/>
            <a:ext cx="274662" cy="2746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66022" y="2130921"/>
            <a:ext cx="227082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SPA (Angular)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66022" y="2425229"/>
            <a:ext cx="428186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Navegación instantánea y reactiva sin recargas de página.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907581"/>
            <a:ext cx="274662" cy="274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66022" y="2954759"/>
            <a:ext cx="263708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Mobile-First (Bootstrap)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66022" y="3249067"/>
            <a:ext cx="428186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100% responsive en "Modo Oscuro" para reducir la fatiga visual.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5119" y="3947740"/>
            <a:ext cx="274662" cy="274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66022" y="3994919"/>
            <a:ext cx="328099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 Dinámicos e Interactivos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66022" y="4289227"/>
            <a:ext cx="428186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Paneles contextuales, modales rápidos y un Sidebar que se adapta a la liga actual.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0" y="1732359"/>
            <a:ext cx="3291706" cy="167878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634603"/>
            <a:ext cx="495515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de la Base de Datos</a:t>
            </a:r>
            <a:endParaRPr lang="en-US" sz="2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263253"/>
            <a:ext cx="274662" cy="27466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366022" y="1310432"/>
            <a:ext cx="218665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en la Nube (Aiven)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4366022" y="1604739"/>
            <a:ext cx="428186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Almacenamiento relacional, robusto y desplegado en producción.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087091"/>
            <a:ext cx="274662" cy="27466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66022" y="213427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ORM Doctrine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4366022" y="2428577"/>
            <a:ext cx="428186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entidades y consultas directamente desde Symfony.</a:t>
            </a:r>
            <a:endParaRPr lang="en-US" sz="10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5119" y="2910929"/>
            <a:ext cx="274662" cy="2746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66022" y="2958108"/>
            <a:ext cx="299323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Resolución de relaciones complejas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366022" y="3252415"/>
            <a:ext cx="428186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Tabla intermedia dinámica (usuario_fantasy) para gestionar roles y puntos por liga.</a:t>
            </a:r>
            <a:endParaRPr lang="en-US" sz="10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5119" y="3951089"/>
            <a:ext cx="274662" cy="27466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366022" y="399826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Módulos separados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4366022" y="4292575"/>
            <a:ext cx="428186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Gamificación (eleccion_estrella) e interacción social (foro_global).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3" y="1470794"/>
            <a:ext cx="3302719" cy="22018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14189"/>
            <a:ext cx="3893121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Despliegue en la Nube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3925119" y="977354"/>
            <a:ext cx="5179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distribuida en la nube a coste cero</a:t>
            </a:r>
            <a:endParaRPr lang="en-US" sz="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294805"/>
            <a:ext cx="252487" cy="25248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18099" y="133818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en Vercel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318099" y="1602879"/>
            <a:ext cx="43297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continuo (CI/CD) de nuestra SPA en Angular. URL pública y segura.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209651"/>
            <a:ext cx="252487" cy="25248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18099" y="225303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en Render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318099" y="2517725"/>
            <a:ext cx="43297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Alojamiento de nuestra API REST en Symfony. Gestión de variables de entorno de forma segura.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5119" y="3124498"/>
            <a:ext cx="252487" cy="25248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18099" y="3167881"/>
            <a:ext cx="180506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de Datos en Aiven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318099" y="3432572"/>
            <a:ext cx="43297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 MySQL gestionado en la nube para garantizar la persistencia de los datos.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5119" y="4039344"/>
            <a:ext cx="252487" cy="25248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18099" y="4082728"/>
            <a:ext cx="175520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Reto: Políticas CORS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4318099" y="4347418"/>
            <a:ext cx="43297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separar Front y Back en distintos dominios, tuvimos que configurar estrictamente los CORS para permitir la comunicación segura.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522" y="660425"/>
            <a:ext cx="4456881" cy="3822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36885"/>
            <a:ext cx="3579763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Realidad: Cómo Jugar en LaLigaManager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496119" y="1153195"/>
            <a:ext cx="4036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flujo simple para disfrutar cada jornada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96119" y="1711970"/>
            <a:ext cx="16493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3"/>
          <p:cNvSpPr/>
          <p:nvPr/>
        </p:nvSpPr>
        <p:spPr>
          <a:xfrm>
            <a:off x="496119" y="179806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Regístrate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2071539"/>
            <a:ext cx="164938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tu cuenta de usuario de forma segura.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96119" y="2766715"/>
            <a:ext cx="16493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496119" y="285281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Sigue la jornada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6119" y="3126284"/>
            <a:ext cx="164938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plantillas, noticias y estadísticas.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96119" y="3821460"/>
            <a:ext cx="16493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496119" y="390755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Sube en la tabla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6119" y="4181029"/>
            <a:ext cx="164938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Compite y presume de tu conocimiento.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431256" y="1711970"/>
            <a:ext cx="16493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2"/>
          <p:cNvSpPr/>
          <p:nvPr/>
        </p:nvSpPr>
        <p:spPr>
          <a:xfrm>
            <a:off x="2431256" y="179806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Únete a una liga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31256" y="2071539"/>
            <a:ext cx="1649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una liga o unete a una.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431256" y="2599730"/>
            <a:ext cx="164938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5"/>
          <p:cNvSpPr/>
          <p:nvPr/>
        </p:nvSpPr>
        <p:spPr>
          <a:xfrm>
            <a:off x="2431256" y="268582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Haz tu predicción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431256" y="2959298"/>
            <a:ext cx="1649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Elige resultado y jugador.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2026-06-22T21:49:01Z</dcterms:created>
  <dcterms:modified xsi:type="dcterms:W3CDTF">2026-06-22T21:49:01Z</dcterms:modified>
</cp:coreProperties>
</file>